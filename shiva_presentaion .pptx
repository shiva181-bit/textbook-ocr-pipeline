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954825" cy="93091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iDI8uFYqXDO2bclLF8kUz0T6iJ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3C57D4-A40D-4986-AB13-A27AB8A540C8}">
  <a:tblStyle styleId="{4F3C57D4-A40D-4986-AB13-A27AB8A540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130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40175" y="0"/>
            <a:ext cx="30130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25" spcFirstLastPara="1" rIns="92925" wrap="square" tIns="464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2375"/>
            <a:ext cx="30130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25" spcFirstLastPara="1" rIns="92925" wrap="square" tIns="464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anchorCtr="0" anchor="t" bIns="46450" lIns="92925" spcFirstLastPara="1" rIns="92925" wrap="square" tIns="464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685800" y="1163638"/>
            <a:ext cx="5583238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slow">
    <p:blinds dir="vert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b="1" i="0" lang="en-US" sz="20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Under the </a:t>
            </a:r>
            <a:r>
              <a:rPr b="1" i="0" lang="en-US" sz="2000" u="none" cap="none" strike="noStrike">
                <a:solidFill>
                  <a:schemeClr val="accent2"/>
                </a:solidFill>
                <a:latin typeface="Cambria"/>
                <a:ea typeface="Cambria"/>
                <a:cs typeface="Cambria"/>
                <a:sym typeface="Cambria"/>
              </a:rPr>
              <a:t>Supervision</a:t>
            </a:r>
            <a:r>
              <a:rPr b="1" i="0" lang="en-US" sz="20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 of,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Ms. Radhika Sreedharan and Mr. Kumaravel Thangavel</a:t>
            </a:r>
            <a:endParaRPr b="1" sz="170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Professor </a:t>
            </a:r>
            <a:endParaRPr b="1" sz="1700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School of Computer Science and Engineering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University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B. Tech (CSE)</a:t>
            </a:r>
            <a:endParaRPr b="1" i="0" sz="2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HoD: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</a:t>
            </a: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Nagaraja S R</a:t>
            </a:r>
            <a:endParaRPr b="1" i="0" sz="2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Program Internship Coordinator: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Ms. Riya Sanjesh</a:t>
            </a:r>
            <a:endParaRPr b="1" i="0" sz="2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rPr>
              <a:t>Name of the School Internship Coordinators: </a:t>
            </a:r>
            <a:r>
              <a:rPr b="1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Dr. Bhuvaneshwari Patil										</a:t>
            </a:r>
            <a:endParaRPr b="1" i="0" sz="2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b="1" i="0" lang="en-US" sz="2800" u="none" cap="none" strike="noStrike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CSE7000 - INTERNSHIP</a:t>
            </a:r>
            <a:b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Presentation on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Training Data Internship</a:t>
            </a:r>
            <a:b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2400" u="none" cap="none" strike="noStrike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601909" y="1911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{4F3C57D4-A40D-4986-AB13-A27AB8A540C8}</a:tableStyleId>
              </a:tblPr>
              <a:tblGrid>
                <a:gridCol w="1371275"/>
                <a:gridCol w="3513225"/>
              </a:tblGrid>
              <a:tr h="3622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Student Details</a:t>
                      </a:r>
                      <a:endParaRPr/>
                    </a:p>
                  </a:txBody>
                  <a:tcPr marT="45725" marB="45725" marR="91450" marL="91450"/>
                </a:tc>
                <a:tc hMerge="1"/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Shiva Kumar Rajvanshi 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/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Roll 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20241CSE0163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/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5CSE03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Content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678759" y="762138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953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Noto Sans Symbols"/>
              <a:buChar char="⮚"/>
            </a:pPr>
            <a:r>
              <a:rPr b="1" lang="en-US" sz="20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Company or Organization</a:t>
            </a:r>
            <a:endParaRPr/>
          </a:p>
          <a:p>
            <a:pPr indent="-342900" lvl="0" marL="4953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⮚"/>
            </a:pPr>
            <a:r>
              <a:rPr b="1" lang="en-US" sz="2000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domain or the Technology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953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⮚"/>
            </a:pPr>
            <a:r>
              <a:rPr b="1" lang="en-US" sz="2000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work</a:t>
            </a:r>
            <a:endParaRPr/>
          </a:p>
          <a:p>
            <a:pPr indent="-342900" lvl="0" marL="4953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⮚"/>
            </a:pPr>
            <a:r>
              <a:rPr b="1" lang="en-US" sz="2000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Used</a:t>
            </a:r>
            <a:endParaRPr b="1" sz="2000">
              <a:solidFill>
                <a:srgbClr val="2E75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953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⮚"/>
            </a:pPr>
            <a:r>
              <a:rPr b="1" lang="en-US" sz="2000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 sz="2000">
              <a:solidFill>
                <a:srgbClr val="2E75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953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⮚"/>
            </a:pPr>
            <a:r>
              <a:rPr b="1" lang="en-US" sz="2000">
                <a:solidFill>
                  <a:srgbClr val="2E75B5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b="1" sz="2000">
              <a:solidFill>
                <a:srgbClr val="2E75B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38200" y="365126"/>
            <a:ext cx="10515600" cy="679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Company or Organization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838200" y="1045031"/>
            <a:ext cx="10515600" cy="4193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Overview: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OnesPeer is an early-stage EdTech startup building a learning platform for students, operating with a small, agile team.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Product: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core product is a learning platform; this internship contributed a data pipeline converting academic textbook content into structured, searchable study material.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Team &amp; Stage: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Being early-stage, the team works closely across roles, giving interns direct ownership of end-to-end problems.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Users: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Students preparing for school and competitive-exam curricula.</a:t>
            </a:r>
            <a:endParaRPr/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domain or the technology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Domain: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Automated conversion of academic PDF textbooks into structured Markdown with embedded LaTeX mathematical notation.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Core Technology: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Vision-encoder-decoder document-AI models (Meta’s Nougat, later Marker/Surya), run via Python and PyTorch on GPU-accelerated Google Colab.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Features: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Extracts fractions, derivations, and Greek/vector notation into LaTeX; preserves text inside shaded definition and formula boxes; converts diagrams into linked or described visual content.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Importance: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High-fidelity, machine-readable math notation is essential for ingesting textbook content into a vector database (Qdrant) for AI-based learning tools.</a:t>
            </a:r>
            <a:endParaRPr/>
          </a:p>
        </p:txBody>
      </p:sp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work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Notation Fidelity: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Extract mathematical content into standard LaTeX syntax using inline and display delimiters.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Structural Fidelity: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Preserve text inside shaded definition boxes and highlighted callouts rather than losing it to image extraction.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Visual Content Handling: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Represent diagrams and figures in a form usable by a text-based retrieval system.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Automation &amp; Scale: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Move from manual, page-by-page transcription to a scriptable, GPU-accelerated pipeline capable of unattended operation.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Reliability: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Ensure compute failures lead to graceful, resumable degradation rather than silent data loss or corruption.</a:t>
            </a:r>
            <a:endParaRPr/>
          </a:p>
        </p:txBody>
      </p:sp>
      <p:sp>
        <p:nvSpPr>
          <p:cNvPr id="119" name="Google Shape;11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E75B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Used / Course Description </a:t>
            </a:r>
            <a:endParaRPr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Manual to Programmatic: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Started with chat-interface transcription (Gemini/Claude), then rebuilt as a scripted Colab pipeline around Meta’s Nougat OCR model.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Dependency &amp; Inference Engineering: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Resolved dependency conflicts (transformers, albumentations, pypdfium2) and built a native PyTorch inference path with PyMuPDF rasterization.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Fault-Tolerant Architecture: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Restructured into chunked, resumable processing with incremental Drive writes and a fail-fast check against silent model-loading corruption.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Framework Migration: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Migrated from Nougat to the actively maintained Marker/Surya stack, reusing existing durability infrastructure.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Scaling &amp; Stability: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Ran parallel Colab accounts under GPU-quota limits, and adopted explicit dependency pinning after an unpinned upstream update broke the pipeline.</a:t>
            </a:r>
            <a:endParaRPr/>
          </a:p>
        </p:txBody>
      </p:sp>
      <p:sp>
        <p:nvSpPr>
          <p:cNvPr id="126" name="Google Shape;1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5963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/>
          </a:p>
        </p:txBody>
      </p:sp>
      <p:sp>
        <p:nvSpPr>
          <p:cNvPr id="132" name="Google Shape;1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523358" y="96142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.</a:t>
            </a:r>
            <a:endParaRPr/>
          </a:p>
        </p:txBody>
      </p:sp>
    </p:spTree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838200" y="365125"/>
            <a:ext cx="10515600" cy="5963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139" name="Google Shape;1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446308" y="106129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0000"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 Reliability Problem, Not Just a Conversion Problem: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What began as a document-conversion task proved to be predominantly a systems-reliability challenge across ephemeral, quota-constrained compute.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“Runs Without Error” Is Not Enough: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silent checkpoint-corruption incident showed a pipeline could consume GPU time while producing unusable output with no error raised, motivating fail-fast sanity checks.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Diagnostic Discipline: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Learned to distinguish symptomatically identical but causally distinct failures, such as a disconnected runtime vs. a logic bug.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Outcome: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assigned corpus was fully converted to LaTeX-annotated Markdown, leaving a reusable, fault-tolerant pipeline for future batch ML work.</a:t>
            </a:r>
            <a:endParaRPr/>
          </a:p>
        </p:txBody>
      </p:sp>
    </p:spTree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idx="1" type="body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E7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t/>
            </a:r>
            <a:endParaRPr sz="66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6600">
                <a:solidFill>
                  <a:srgbClr val="F7CA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t/>
            </a:r>
            <a:endParaRPr sz="6600">
              <a:solidFill>
                <a:srgbClr val="A711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bd04924_"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idx="1" type="body"/>
          </p:nvPr>
        </p:nvSpPr>
        <p:spPr>
          <a:xfrm>
            <a:off x="838200" y="2547258"/>
            <a:ext cx="10515600" cy="1214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1180"/>
              </a:buClr>
              <a:buSzPts val="6600"/>
              <a:buNone/>
            </a:pPr>
            <a:r>
              <a:rPr lang="en-US" sz="6600">
                <a:solidFill>
                  <a:srgbClr val="A711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</a:t>
            </a:r>
            <a:endParaRPr/>
          </a:p>
        </p:txBody>
      </p:sp>
      <p:sp>
        <p:nvSpPr>
          <p:cNvPr id="153" name="Google Shape;1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2018-06-07T04:06:17Z</dcterms:created>
  <dc:creator>Preeteesh</dc:creator>
</cp:coreProperties>
</file>